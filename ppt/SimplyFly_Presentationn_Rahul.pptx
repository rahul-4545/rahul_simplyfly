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</p:sldMasterIdLst>
  <p:notesMasterIdLst>
    <p:notesMasterId r:id="rId5"/>
  </p:notesMasterIdLst>
  <p:sldIdLst>
    <p:sldId id="256" r:id="rId4"/>
    <p:sldId id="259" r:id="rId6"/>
    <p:sldId id="262" r:id="rId7"/>
    <p:sldId id="261" r:id="rId8"/>
    <p:sldId id="260" r:id="rId9"/>
    <p:sldId id="258" r:id="rId10"/>
    <p:sldId id="263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6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2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81F38"/>
          </a:solidFill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E88E5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E88E5">
              <a:alpha val="18000"/>
            </a:srgbClr>
          </a:solidFill>
        </p:spPr>
      </p:sp>
      <p:pic>
        <p:nvPicPr>
          <p:cNvPr id="5" name="Image 0" descr="icons/plane_FFA7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5210" y="1234440"/>
            <a:ext cx="567055" cy="6623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52265" y="374650"/>
            <a:ext cx="8763000" cy="23812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SIMPLYFLY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662420" y="1463675"/>
            <a:ext cx="4241800" cy="1663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 Ticket Booking System</a:t>
            </a:r>
            <a:endParaRPr lang="en-US" sz="2200" dirty="0"/>
          </a:p>
        </p:txBody>
      </p:sp>
      <p:pic>
        <p:nvPicPr>
          <p:cNvPr id="12" name="Image 2" descr="icons/spring_FFA7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4562856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56432" y="4434840"/>
            <a:ext cx="15544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66928" y="5989320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8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Full-Stack Flight Reservation Platform  |  Final Project Presentation</a:t>
            </a:r>
            <a:endParaRPr lang="en-US" sz="1250" dirty="0"/>
          </a:p>
        </p:txBody>
      </p:sp>
      <p:sp>
        <p:nvSpPr>
          <p:cNvPr id="22" name="Text Box 21"/>
          <p:cNvSpPr txBox="1"/>
          <p:nvPr/>
        </p:nvSpPr>
        <p:spPr>
          <a:xfrm>
            <a:off x="8056880" y="3244215"/>
            <a:ext cx="5017770" cy="1144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/>
              <a:t>By:RAHUL k</a:t>
            </a:r>
            <a:endParaRPr lang="en-US" sz="2800"/>
          </a:p>
        </p:txBody>
      </p:sp>
      <p:sp>
        <p:nvSpPr>
          <p:cNvPr id="24" name="Text Box 23"/>
          <p:cNvSpPr txBox="1"/>
          <p:nvPr/>
        </p:nvSpPr>
        <p:spPr>
          <a:xfrm>
            <a:off x="7124700" y="5958840"/>
            <a:ext cx="2330450" cy="698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Mentor:Mr.Javeed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76200" dist="25400" dir="5400000" algn="bl" rotWithShape="0">
              <a:srgbClr val="9FB8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2350008"/>
            <a:ext cx="585216" cy="585216"/>
          </a:xfrm>
          <a:prstGeom prst="ellipse">
            <a:avLst/>
          </a:prstGeom>
          <a:solidFill>
            <a:srgbClr val="0B2E4F"/>
          </a:solidFill>
        </p:spPr>
      </p:sp>
      <p:pic>
        <p:nvPicPr>
          <p:cNvPr id="6" name="Image 0" descr="icons/react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4871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90088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3264408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UI, booking flow, admin &amp; owner panels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971800" y="2857500"/>
            <a:ext cx="548640" cy="0"/>
          </a:xfrm>
          <a:prstGeom prst="line">
            <a:avLst/>
          </a:prstGeom>
          <a:noFill/>
          <a:ln w="28575">
            <a:solidFill>
              <a:srgbClr val="1E88E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20440" y="21488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76200" dist="25400" dir="5400000" algn="bl" rotWithShape="0">
              <a:srgbClr val="9FB8D6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3692" y="2350008"/>
            <a:ext cx="585216" cy="585216"/>
          </a:xfrm>
          <a:prstGeom prst="ellipse">
            <a:avLst/>
          </a:prstGeom>
          <a:solidFill>
            <a:srgbClr val="0B2E4F"/>
          </a:solidFill>
        </p:spPr>
      </p:sp>
      <p:pic>
        <p:nvPicPr>
          <p:cNvPr id="12" name="Image 1" descr="icons/serv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852" y="24871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990088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API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11880" y="3264408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controllers &amp; business logic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52160" y="2857500"/>
            <a:ext cx="548640" cy="0"/>
          </a:xfrm>
          <a:prstGeom prst="line">
            <a:avLst/>
          </a:prstGeom>
          <a:noFill/>
          <a:ln w="28575">
            <a:solidFill>
              <a:srgbClr val="1E88E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00800" y="214884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76200" dist="25400" dir="5400000" algn="bl" rotWithShape="0">
              <a:srgbClr val="9FB8D6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4052" y="2350008"/>
            <a:ext cx="585216" cy="585216"/>
          </a:xfrm>
          <a:prstGeom prst="ellipse">
            <a:avLst/>
          </a:prstGeom>
          <a:solidFill>
            <a:srgbClr val="FFA726"/>
          </a:solidFill>
        </p:spPr>
      </p:sp>
      <p:pic>
        <p:nvPicPr>
          <p:cNvPr id="18" name="Image 2" descr="icons/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248716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2240" y="2990088"/>
            <a:ext cx="2148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 Layer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92240" y="3264408"/>
            <a:ext cx="2148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issuing &amp; validation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732520" y="2857500"/>
            <a:ext cx="548640" cy="0"/>
          </a:xfrm>
          <a:prstGeom prst="line">
            <a:avLst/>
          </a:prstGeom>
          <a:noFill/>
          <a:ln w="28575">
            <a:solidFill>
              <a:srgbClr val="1E88E5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281160" y="2148840"/>
            <a:ext cx="22860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76200" dist="25400" dir="5400000" algn="bl" rotWithShape="0">
              <a:srgbClr val="9FB8D6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31552" y="2350008"/>
            <a:ext cx="585216" cy="585216"/>
          </a:xfrm>
          <a:prstGeom prst="ellipse">
            <a:avLst/>
          </a:prstGeom>
          <a:solidFill>
            <a:srgbClr val="0B2E4F"/>
          </a:solidFill>
        </p:spPr>
      </p:sp>
      <p:pic>
        <p:nvPicPr>
          <p:cNvPr id="24" name="Image 3" descr="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712" y="2487168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72600" y="2990088"/>
            <a:ext cx="21031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Database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9372600" y="3264408"/>
            <a:ext cx="2103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Users, flights, bookings, payments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" y="3794760"/>
            <a:ext cx="10927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REST calls, secured with a Bearer JWT on every request after login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848356" y="46177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5F8FB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29" name="Image 4" descr="icons/user_0B2E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948" y="4882896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442716" y="4617720"/>
            <a:ext cx="1188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762756" y="3566160"/>
            <a:ext cx="0" cy="1051560"/>
          </a:xfrm>
          <a:prstGeom prst="line">
            <a:avLst/>
          </a:prstGeom>
          <a:noFill/>
          <a:ln w="19050">
            <a:solidFill>
              <a:srgbClr val="E8EDF2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5180076" y="46177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5F8FB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33" name="Image 5" descr="icons/userTie_0B2E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668" y="4882896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774436" y="4617720"/>
            <a:ext cx="1188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 Owner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6094476" y="3566160"/>
            <a:ext cx="0" cy="1051560"/>
          </a:xfrm>
          <a:prstGeom prst="line">
            <a:avLst/>
          </a:prstGeom>
          <a:noFill/>
          <a:ln w="19050">
            <a:solidFill>
              <a:srgbClr val="E8EDF2"/>
            </a:solidFill>
            <a:prstDash val="dash"/>
          </a:ln>
        </p:spPr>
      </p:sp>
      <p:sp>
        <p:nvSpPr>
          <p:cNvPr id="36" name="Shape 28"/>
          <p:cNvSpPr/>
          <p:nvPr/>
        </p:nvSpPr>
        <p:spPr>
          <a:xfrm>
            <a:off x="7511796" y="461772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5F8FB"/>
          </a:solidFill>
          <a:ln w="12700">
            <a:solidFill>
              <a:srgbClr val="E8EDF2"/>
            </a:solidFill>
            <a:prstDash val="solid"/>
          </a:ln>
        </p:spPr>
      </p:sp>
      <p:pic>
        <p:nvPicPr>
          <p:cNvPr id="37" name="Image 6" descr="icons/userShield_0B2E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6388" y="4882896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106156" y="4617720"/>
            <a:ext cx="11887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8426196" y="3566160"/>
            <a:ext cx="0" cy="1051560"/>
          </a:xfrm>
          <a:prstGeom prst="line">
            <a:avLst/>
          </a:prstGeom>
          <a:noFill/>
          <a:ln w="19050">
            <a:solidFill>
              <a:srgbClr val="E8EDF2"/>
            </a:solidFill>
            <a:prstDash val="dash"/>
          </a:ln>
        </p:spPr>
      </p:sp>
      <p:sp>
        <p:nvSpPr>
          <p:cNvPr id="40" name="Text 3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ADMINISTRATOR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02920"/>
            <a:ext cx="777240" cy="777240"/>
          </a:xfrm>
          <a:prstGeom prst="ellipse">
            <a:avLst/>
          </a:prstGeom>
          <a:solidFill>
            <a:srgbClr val="FFA726"/>
          </a:solidFill>
        </p:spPr>
      </p:sp>
      <p:pic>
        <p:nvPicPr>
          <p:cNvPr id="5" name="Image 0" descr="icons/userShield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713232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FFA726">
              <a:alpha val="88000"/>
            </a:srgbClr>
          </a:solidFill>
        </p:spPr>
      </p:sp>
      <p:pic>
        <p:nvPicPr>
          <p:cNvPr id="8" name="Image 1" descr="icons/usersCo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Users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update, or deactivate user accounts.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52544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1984248"/>
            <a:ext cx="457200" cy="457200"/>
          </a:xfrm>
          <a:prstGeom prst="ellipse">
            <a:avLst/>
          </a:prstGeom>
          <a:solidFill>
            <a:srgbClr val="FFA726">
              <a:alpha val="88000"/>
            </a:srgbClr>
          </a:solidFill>
        </p:spPr>
      </p:sp>
      <p:pic>
        <p:nvPicPr>
          <p:cNvPr id="13" name="Image 2" descr="icons/userTi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1031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9784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Flight Owners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53712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 and oversee flight owner accounts.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156448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57616" y="1984248"/>
            <a:ext cx="457200" cy="457200"/>
          </a:xfrm>
          <a:prstGeom prst="ellipse">
            <a:avLst/>
          </a:prstGeom>
          <a:solidFill>
            <a:srgbClr val="FFA726">
              <a:alpha val="88000"/>
            </a:srgbClr>
          </a:solidFill>
        </p:spPr>
      </p:sp>
      <p:pic>
        <p:nvPicPr>
          <p:cNvPr id="18" name="Image 3" descr="icons/rout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1031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33688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Routes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57616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 and maintain flight routes across the system.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FFA726">
              <a:alpha val="88000"/>
            </a:srgbClr>
          </a:solidFill>
        </p:spPr>
      </p:sp>
      <p:pic>
        <p:nvPicPr>
          <p:cNvPr id="23" name="Image 4" descr="icons/clip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7764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Bookings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9808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visibility and control over all bookings.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52544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53712" y="3858768"/>
            <a:ext cx="457200" cy="457200"/>
          </a:xfrm>
          <a:prstGeom prst="ellipse">
            <a:avLst/>
          </a:prstGeom>
          <a:solidFill>
            <a:srgbClr val="FFA726">
              <a:alpha val="88000"/>
            </a:srgbClr>
          </a:solidFill>
        </p:spPr>
      </p:sp>
      <p:pic>
        <p:nvPicPr>
          <p:cNvPr id="28" name="Image 5" descr="icons/deskto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97764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29784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System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53712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system health and overall platform activity.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FLIGHT OWNER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Owner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02920"/>
            <a:ext cx="777240" cy="777240"/>
          </a:xfrm>
          <a:prstGeom prst="ellipse">
            <a:avLst/>
          </a:prstGeom>
          <a:solidFill>
            <a:srgbClr val="0B2E4F"/>
          </a:solidFill>
        </p:spPr>
      </p:sp>
      <p:pic>
        <p:nvPicPr>
          <p:cNvPr id="5" name="Image 0" descr="icons/userTie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713232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B2E4F">
              <a:alpha val="88000"/>
            </a:srgbClr>
          </a:solidFill>
        </p:spPr>
      </p:sp>
      <p:pic>
        <p:nvPicPr>
          <p:cNvPr id="8" name="Image 1" descr="icons/edi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/ Edit / Delete Flights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control over the flights an owner operates.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52544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1984248"/>
            <a:ext cx="457200" cy="457200"/>
          </a:xfrm>
          <a:prstGeom prst="ellipse">
            <a:avLst/>
          </a:prstGeom>
          <a:solidFill>
            <a:srgbClr val="0B2E4F">
              <a:alpha val="88000"/>
            </a:srgbClr>
          </a:solidFill>
        </p:spPr>
      </p:sp>
      <p:pic>
        <p:nvPicPr>
          <p:cNvPr id="13" name="Image 2" descr="icons/chai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1031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9784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Seat Availability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53712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seat maps accurate in real time.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156448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57616" y="1984248"/>
            <a:ext cx="457200" cy="457200"/>
          </a:xfrm>
          <a:prstGeom prst="ellipse">
            <a:avLst/>
          </a:prstGeom>
          <a:solidFill>
            <a:srgbClr val="0B2E4F">
              <a:alpha val="88000"/>
            </a:srgbClr>
          </a:solidFill>
        </p:spPr>
      </p:sp>
      <p:pic>
        <p:nvPicPr>
          <p:cNvPr id="18" name="Image 3" descr="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1031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33688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Bookings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57616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all reservations made across owned flights.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0B2E4F">
              <a:alpha val="88000"/>
            </a:srgbClr>
          </a:solidFill>
        </p:spPr>
      </p:sp>
      <p:pic>
        <p:nvPicPr>
          <p:cNvPr id="23" name="Image 4" descr="icons/money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7764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 Refunds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9808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and act on passenger refund requests.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52544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53712" y="3858768"/>
            <a:ext cx="457200" cy="457200"/>
          </a:xfrm>
          <a:prstGeom prst="ellipse">
            <a:avLst/>
          </a:prstGeom>
          <a:solidFill>
            <a:srgbClr val="0B2E4F">
              <a:alpha val="88000"/>
            </a:srgbClr>
          </a:solidFill>
        </p:spPr>
      </p:sp>
      <p:pic>
        <p:nvPicPr>
          <p:cNvPr id="28" name="Image 5" descr="icons/cha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97764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29784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Fares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53712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 pricing in response to demand.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PASSENGER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78440" y="502920"/>
            <a:ext cx="777240" cy="777240"/>
          </a:xfrm>
          <a:prstGeom prst="ellipse">
            <a:avLst/>
          </a:prstGeom>
          <a:solidFill>
            <a:srgbClr val="1E88E5"/>
          </a:solidFill>
        </p:spPr>
      </p:sp>
      <p:pic>
        <p:nvPicPr>
          <p:cNvPr id="5" name="Image 0" descr="icons/user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713232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1E88E5">
              <a:alpha val="88000"/>
            </a:srgbClr>
          </a:solidFill>
        </p:spPr>
      </p:sp>
      <p:pic>
        <p:nvPicPr>
          <p:cNvPr id="8" name="Image 1" descr="icons/lo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031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an account or sign in securely with JWT-based authentication.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352544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53712" y="1984248"/>
            <a:ext cx="457200" cy="457200"/>
          </a:xfrm>
          <a:prstGeom prst="ellipse">
            <a:avLst/>
          </a:prstGeom>
          <a:solidFill>
            <a:srgbClr val="1E88E5">
              <a:alpha val="88000"/>
            </a:srgbClr>
          </a:solidFill>
        </p:spPr>
      </p:sp>
      <p:pic>
        <p:nvPicPr>
          <p:cNvPr id="13" name="Image 2" descr="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1031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9784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Flights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53712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flights by origin, destination, and travel date.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156448" y="178308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57616" y="1984248"/>
            <a:ext cx="457200" cy="457200"/>
          </a:xfrm>
          <a:prstGeom prst="ellipse">
            <a:avLst/>
          </a:prstGeom>
          <a:solidFill>
            <a:srgbClr val="1E88E5">
              <a:alpha val="88000"/>
            </a:srgbClr>
          </a:solidFill>
        </p:spPr>
      </p:sp>
      <p:pic>
        <p:nvPicPr>
          <p:cNvPr id="18" name="Image 3" descr="icons/chai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10312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933688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Multiple Seats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57616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and reserve one or more seats in a single booking.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1E88E5">
              <a:alpha val="88000"/>
            </a:srgbClr>
          </a:solidFill>
        </p:spPr>
      </p:sp>
      <p:pic>
        <p:nvPicPr>
          <p:cNvPr id="23" name="Image 4" descr="icons/c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7764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9808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securely for bookings through an integrated payment step.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4352544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53712" y="3858768"/>
            <a:ext cx="457200" cy="457200"/>
          </a:xfrm>
          <a:prstGeom prst="ellipse">
            <a:avLst/>
          </a:prstGeom>
          <a:solidFill>
            <a:srgbClr val="1E88E5">
              <a:alpha val="88000"/>
            </a:srgbClr>
          </a:solidFill>
        </p:spPr>
      </p:sp>
      <p:pic>
        <p:nvPicPr>
          <p:cNvPr id="28" name="Image 5" descr="icons/histor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3977640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29784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History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53712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past and upcoming trips at a glance.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8156448" y="3657600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635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57616" y="3858768"/>
            <a:ext cx="457200" cy="457200"/>
          </a:xfrm>
          <a:prstGeom prst="ellipse">
            <a:avLst/>
          </a:prstGeom>
          <a:solidFill>
            <a:srgbClr val="1E88E5">
              <a:alpha val="88000"/>
            </a:srgbClr>
          </a:solidFill>
        </p:spPr>
      </p:sp>
      <p:pic>
        <p:nvPicPr>
          <p:cNvPr id="33" name="Image 6" descr="icons/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6488" y="3977640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933688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Cancellation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357616" y="440740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Cancel a booking and track refund status.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Booking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49146" y="3246120"/>
            <a:ext cx="9090660" cy="0"/>
          </a:xfrm>
          <a:prstGeom prst="line">
            <a:avLst/>
          </a:prstGeom>
          <a:noFill/>
          <a:ln w="38100">
            <a:solidFill>
              <a:srgbClr val="E8ED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0526" y="2857500"/>
            <a:ext cx="777240" cy="777240"/>
          </a:xfrm>
          <a:prstGeom prst="ellipse">
            <a:avLst/>
          </a:prstGeom>
          <a:solidFill>
            <a:srgbClr val="0B2E4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icons/lock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410" y="3072384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49146" y="3634740"/>
            <a:ext cx="0" cy="320040"/>
          </a:xfrm>
          <a:prstGeom prst="line">
            <a:avLst/>
          </a:prstGeom>
          <a:noFill/>
          <a:ln w="25400">
            <a:solidFill>
              <a:srgbClr val="E8ED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3840480"/>
            <a:ext cx="17266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4059936"/>
            <a:ext cx="17266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/ Login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498848"/>
            <a:ext cx="17266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sign-up with JWT authentication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78658" y="2857500"/>
            <a:ext cx="777240" cy="777240"/>
          </a:xfrm>
          <a:prstGeom prst="ellipse">
            <a:avLst/>
          </a:prstGeom>
          <a:solidFill>
            <a:srgbClr val="0B2E4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2" name="Image 1" descr="icons/search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42" y="3072384"/>
            <a:ext cx="347472" cy="3474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67278" y="2537460"/>
            <a:ext cx="0" cy="320040"/>
          </a:xfrm>
          <a:prstGeom prst="line">
            <a:avLst/>
          </a:prstGeom>
          <a:noFill/>
          <a:ln w="25400">
            <a:solidFill>
              <a:srgbClr val="E8ED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03932" y="1645920"/>
            <a:ext cx="17266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503932" y="1865376"/>
            <a:ext cx="17266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Flights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503932" y="2304288"/>
            <a:ext cx="17266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origin, destination, and travel date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96790" y="2857500"/>
            <a:ext cx="777240" cy="777240"/>
          </a:xfrm>
          <a:prstGeom prst="ellipse">
            <a:avLst/>
          </a:prstGeom>
          <a:solidFill>
            <a:srgbClr val="0B2E4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8" name="Image 2" descr="icons/chai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674" y="3072384"/>
            <a:ext cx="347472" cy="3474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85410" y="3634740"/>
            <a:ext cx="0" cy="320040"/>
          </a:xfrm>
          <a:prstGeom prst="line">
            <a:avLst/>
          </a:prstGeom>
          <a:noFill/>
          <a:ln w="25400">
            <a:solidFill>
              <a:srgbClr val="E8EDF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322064" y="3840480"/>
            <a:ext cx="17266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322064" y="4059936"/>
            <a:ext cx="17266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Seats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322064" y="4498848"/>
            <a:ext cx="17266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available flights and pick seats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614922" y="2857500"/>
            <a:ext cx="777240" cy="777240"/>
          </a:xfrm>
          <a:prstGeom prst="ellipse">
            <a:avLst/>
          </a:prstGeom>
          <a:solidFill>
            <a:srgbClr val="0B2E4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4" name="Image 3" descr="icons/c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806" y="3072384"/>
            <a:ext cx="347472" cy="3474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003542" y="2537460"/>
            <a:ext cx="0" cy="320040"/>
          </a:xfrm>
          <a:prstGeom prst="line">
            <a:avLst/>
          </a:prstGeom>
          <a:noFill/>
          <a:ln w="25400">
            <a:solidFill>
              <a:srgbClr val="E8ED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140196" y="1645920"/>
            <a:ext cx="17266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140196" y="1865376"/>
            <a:ext cx="17266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&amp; Pay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140196" y="2304288"/>
            <a:ext cx="17266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booking with online payment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433054" y="2857500"/>
            <a:ext cx="777240" cy="777240"/>
          </a:xfrm>
          <a:prstGeom prst="ellipse">
            <a:avLst/>
          </a:prstGeom>
          <a:solidFill>
            <a:srgbClr val="0B2E4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0" name="Image 4" descr="icons/tick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938" y="3072384"/>
            <a:ext cx="347472" cy="34747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821674" y="3634740"/>
            <a:ext cx="0" cy="320040"/>
          </a:xfrm>
          <a:prstGeom prst="line">
            <a:avLst/>
          </a:prstGeom>
          <a:noFill/>
          <a:ln w="25400">
            <a:solidFill>
              <a:srgbClr val="E8EDF2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958328" y="3840480"/>
            <a:ext cx="17266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958328" y="4059936"/>
            <a:ext cx="17266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E-Ticket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958328" y="4498848"/>
            <a:ext cx="17266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digital ticket generation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10251186" y="2857500"/>
            <a:ext cx="777240" cy="777240"/>
          </a:xfrm>
          <a:prstGeom prst="ellipse">
            <a:avLst/>
          </a:prstGeom>
          <a:solidFill>
            <a:srgbClr val="FFA7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6" name="Image 5" descr="icons/history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6070" y="3072384"/>
            <a:ext cx="347472" cy="34747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0639806" y="2537460"/>
            <a:ext cx="0" cy="320040"/>
          </a:xfrm>
          <a:prstGeom prst="line">
            <a:avLst/>
          </a:prstGeom>
          <a:noFill/>
          <a:ln w="25400">
            <a:solidFill>
              <a:srgbClr val="E8EDF2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776460" y="1645920"/>
            <a:ext cx="1726692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6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9776460" y="1865376"/>
            <a:ext cx="172669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E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Booking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9776460" y="2304288"/>
            <a:ext cx="172669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history, cancel, or request refund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331720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508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B2E4F"/>
          </a:solidFill>
        </p:spPr>
      </p:sp>
      <p:sp>
        <p:nvSpPr>
          <p:cNvPr id="6" name="Shape 4"/>
          <p:cNvSpPr/>
          <p:nvPr/>
        </p:nvSpPr>
        <p:spPr>
          <a:xfrm>
            <a:off x="594360" y="2075688"/>
            <a:ext cx="2331720" cy="91440"/>
          </a:xfrm>
          <a:prstGeom prst="rect">
            <a:avLst/>
          </a:prstGeom>
          <a:solidFill>
            <a:srgbClr val="0B2E4F"/>
          </a:solidFill>
        </p:spPr>
      </p:sp>
      <p:sp>
        <p:nvSpPr>
          <p:cNvPr id="7" name="Text 5"/>
          <p:cNvSpPr/>
          <p:nvPr/>
        </p:nvSpPr>
        <p:spPr>
          <a:xfrm>
            <a:off x="594360" y="1783080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2167128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(PK)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58952" y="242316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58952" y="2679192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58952" y="2935224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8952" y="3191256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331720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508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B2E4F"/>
          </a:solidFill>
        </p:spPr>
      </p:sp>
      <p:sp>
        <p:nvSpPr>
          <p:cNvPr id="15" name="Shape 13"/>
          <p:cNvSpPr/>
          <p:nvPr/>
        </p:nvSpPr>
        <p:spPr>
          <a:xfrm>
            <a:off x="3246120" y="1389888"/>
            <a:ext cx="2331720" cy="91440"/>
          </a:xfrm>
          <a:prstGeom prst="rect">
            <a:avLst/>
          </a:prstGeom>
          <a:solidFill>
            <a:srgbClr val="0B2E4F"/>
          </a:solidFill>
        </p:spPr>
      </p:sp>
      <p:sp>
        <p:nvSpPr>
          <p:cNvPr id="16" name="Text 14"/>
          <p:cNvSpPr/>
          <p:nvPr/>
        </p:nvSpPr>
        <p:spPr>
          <a:xfrm>
            <a:off x="3246120" y="1097280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10712" y="1481328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(PK)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10712" y="173736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0712" y="1993392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0712" y="2249424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2505456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owner_id (FK)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783080"/>
            <a:ext cx="2331720" cy="1773936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508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783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B2E4F"/>
          </a:solidFill>
        </p:spPr>
      </p:sp>
      <p:sp>
        <p:nvSpPr>
          <p:cNvPr id="24" name="Shape 22"/>
          <p:cNvSpPr/>
          <p:nvPr/>
        </p:nvSpPr>
        <p:spPr>
          <a:xfrm>
            <a:off x="6172200" y="2075688"/>
            <a:ext cx="2331720" cy="91440"/>
          </a:xfrm>
          <a:prstGeom prst="rect">
            <a:avLst/>
          </a:prstGeom>
          <a:solidFill>
            <a:srgbClr val="0B2E4F"/>
          </a:solidFill>
        </p:spPr>
      </p:sp>
      <p:sp>
        <p:nvSpPr>
          <p:cNvPr id="25" name="Text 23"/>
          <p:cNvSpPr/>
          <p:nvPr/>
        </p:nvSpPr>
        <p:spPr>
          <a:xfrm>
            <a:off x="6172200" y="1783080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36792" y="2167128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(PK)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36792" y="242316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user_id (FK)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36792" y="2679192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flight_id (FK)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36792" y="2935224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36792" y="3191256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098280" y="1097280"/>
            <a:ext cx="233172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508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8280" y="10972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B2E4F"/>
          </a:solidFill>
        </p:spPr>
      </p:sp>
      <p:sp>
        <p:nvSpPr>
          <p:cNvPr id="33" name="Shape 31"/>
          <p:cNvSpPr/>
          <p:nvPr/>
        </p:nvSpPr>
        <p:spPr>
          <a:xfrm>
            <a:off x="9098280" y="1389888"/>
            <a:ext cx="2331720" cy="91440"/>
          </a:xfrm>
          <a:prstGeom prst="rect">
            <a:avLst/>
          </a:prstGeom>
          <a:solidFill>
            <a:srgbClr val="0B2E4F"/>
          </a:solidFill>
        </p:spPr>
      </p:sp>
      <p:sp>
        <p:nvSpPr>
          <p:cNvPr id="34" name="Text 32"/>
          <p:cNvSpPr/>
          <p:nvPr/>
        </p:nvSpPr>
        <p:spPr>
          <a:xfrm>
            <a:off x="9098280" y="1097280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262872" y="1481328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(PK)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262872" y="173736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booking_id (FK)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262872" y="1993392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262872" y="2249424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46120" y="4160520"/>
            <a:ext cx="233172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508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46120" y="416052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B2E4F"/>
          </a:solidFill>
        </p:spPr>
      </p:sp>
      <p:sp>
        <p:nvSpPr>
          <p:cNvPr id="41" name="Shape 39"/>
          <p:cNvSpPr/>
          <p:nvPr/>
        </p:nvSpPr>
        <p:spPr>
          <a:xfrm>
            <a:off x="3246120" y="4453128"/>
            <a:ext cx="2331720" cy="91440"/>
          </a:xfrm>
          <a:prstGeom prst="rect">
            <a:avLst/>
          </a:prstGeom>
          <a:solidFill>
            <a:srgbClr val="0B2E4F"/>
          </a:solidFill>
        </p:spPr>
      </p:sp>
      <p:sp>
        <p:nvSpPr>
          <p:cNvPr id="42" name="Text 40"/>
          <p:cNvSpPr/>
          <p:nvPr/>
        </p:nvSpPr>
        <p:spPr>
          <a:xfrm>
            <a:off x="3246120" y="4160520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OWNER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410712" y="4544568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(PK)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10712" y="480060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10712" y="5056632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410712" y="5312664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flights[]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4480560"/>
            <a:ext cx="233172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5875">
            <a:solidFill>
              <a:srgbClr val="E8EDF2"/>
            </a:solidFill>
            <a:prstDash val="solid"/>
          </a:ln>
          <a:effectLst>
            <a:outerShdw blurRad="50800" dist="25400" dir="5400000" algn="bl" rotWithShape="0">
              <a:srgbClr val="9FB8D6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72200" y="448056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0B2E4F"/>
          </a:solidFill>
        </p:spPr>
      </p:sp>
      <p:sp>
        <p:nvSpPr>
          <p:cNvPr id="49" name="Shape 47"/>
          <p:cNvSpPr/>
          <p:nvPr/>
        </p:nvSpPr>
        <p:spPr>
          <a:xfrm>
            <a:off x="6172200" y="4773168"/>
            <a:ext cx="2331720" cy="91440"/>
          </a:xfrm>
          <a:prstGeom prst="rect">
            <a:avLst/>
          </a:prstGeom>
          <a:solidFill>
            <a:srgbClr val="0B2E4F"/>
          </a:solidFill>
        </p:spPr>
      </p:sp>
      <p:sp>
        <p:nvSpPr>
          <p:cNvPr id="50" name="Text 48"/>
          <p:cNvSpPr/>
          <p:nvPr/>
        </p:nvSpPr>
        <p:spPr>
          <a:xfrm>
            <a:off x="6172200" y="4480560"/>
            <a:ext cx="2331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REFUND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336792" y="4864608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A7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(PK)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36792" y="5120640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88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booking_id (FK)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36792" y="5376672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36792" y="5632704"/>
            <a:ext cx="2057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approved_by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 flipV="1">
            <a:off x="2926080" y="1984248"/>
            <a:ext cx="320040" cy="68580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77840" y="1984248"/>
            <a:ext cx="594360" cy="68580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8503920" y="1856232"/>
            <a:ext cx="594360" cy="813816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26080" y="2670048"/>
            <a:ext cx="320040" cy="2249424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2670048"/>
            <a:ext cx="2331720" cy="2569464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-1981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Component Diagram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713105"/>
            <a:ext cx="9493885" cy="5861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-1981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Activity Diagram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330" y="704215"/>
            <a:ext cx="5316220" cy="5461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-1981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 Diagram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894080"/>
            <a:ext cx="91059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-1981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638175"/>
            <a:ext cx="8820150" cy="5581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-1981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Sequence Diagram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945" y="623570"/>
            <a:ext cx="8753475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-1981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UseCase Diagram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325880" y="194767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532888"/>
            <a:ext cx="308152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325880" y="3822192"/>
            <a:ext cx="256946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737870"/>
            <a:ext cx="8534400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1935" y="-635"/>
            <a:ext cx="10822305" cy="12992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Dashboard</a:t>
            </a:r>
            <a:endParaRPr lang="en-US" sz="3000" dirty="0"/>
          </a:p>
        </p:txBody>
      </p:sp>
      <p:pic>
        <p:nvPicPr>
          <p:cNvPr id="13" name="Image 1" descr="icons/spring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261518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0" y="1435100"/>
            <a:ext cx="11864340" cy="4719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1935" y="-635"/>
            <a:ext cx="10822305" cy="12992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FlightOwner Dashboard</a:t>
            </a:r>
            <a:endParaRPr lang="en-US" sz="3000" dirty="0"/>
          </a:p>
        </p:txBody>
      </p:sp>
      <p:pic>
        <p:nvPicPr>
          <p:cNvPr id="13" name="Image 1" descr="icons/spring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261518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35" y="1298575"/>
            <a:ext cx="11708130" cy="51142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1935" y="-635"/>
            <a:ext cx="10822305" cy="12992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Dashboard</a:t>
            </a:r>
            <a:endParaRPr lang="en-US" sz="3000" dirty="0"/>
          </a:p>
        </p:txBody>
      </p:sp>
      <p:pic>
        <p:nvPicPr>
          <p:cNvPr id="13" name="Image 1" descr="icons/spring_FFFFF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984" y="261518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SimplyFly — Air Ticket Booking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5992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" y="1298575"/>
            <a:ext cx="11364595" cy="50152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94560"/>
            <a:ext cx="5943600" cy="5943600"/>
          </a:xfrm>
          <a:prstGeom prst="ellipse">
            <a:avLst/>
          </a:prstGeom>
          <a:solidFill>
            <a:srgbClr val="081F38"/>
          </a:solidFill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1E88E5">
              <a:alpha val="20000"/>
            </a:srgbClr>
          </a:solidFill>
        </p:spPr>
      </p:sp>
      <p:pic>
        <p:nvPicPr>
          <p:cNvPr id="4" name="Image 0" descr="icons/plane_FFA72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436" y="20116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                                                        — SimplyFly Air Ticket Booking System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76956" y="43891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6956" y="438912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31436" y="43891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1436" y="438912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85916" y="43891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5916" y="438912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40396" y="4389120"/>
            <a:ext cx="1371600" cy="411480"/>
          </a:xfrm>
          <a:prstGeom prst="roundRect">
            <a:avLst>
              <a:gd name="adj" fmla="val 4888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40396" y="4389120"/>
            <a:ext cx="1371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3048</Words>
  <Application>WPS Presentation</Application>
  <PresentationFormat>On-screen Show (16:9)</PresentationFormat>
  <Paragraphs>315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Calibri Light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RAHUL K</cp:lastModifiedBy>
  <cp:revision>5</cp:revision>
  <dcterms:created xsi:type="dcterms:W3CDTF">2026-07-09T18:18:00Z</dcterms:created>
  <dcterms:modified xsi:type="dcterms:W3CDTF">2026-07-10T05:01:39Z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87AF312995EC4BB1A8EADCB3727F91D2_13</vt:lpwstr>
  </property>
  <property fmtid="{D5CDD505-2E9C-101B-9397-08002B2CF9AE}" pid="3" name="KSOProductBuildVer">
    <vt:lpwstr>1033-12.1.0.26880</vt:lpwstr>
  </property>
</Properties>
</file>